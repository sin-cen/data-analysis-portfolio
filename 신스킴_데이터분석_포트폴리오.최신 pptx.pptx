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814" autoAdjust="0"/>
  </p:normalViewPr>
  <p:slideViewPr>
    <p:cSldViewPr snapToGrid="0" snapToObjects="1">
      <p:cViewPr varScale="1">
        <p:scale>
          <a:sx n="82" d="100"/>
          <a:sy n="82" d="100"/>
        </p:scale>
        <p:origin x="147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6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5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7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2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1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9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2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1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1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37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7910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75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86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97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31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7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31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데이터 분석 포트폴리오</a:t>
            </a:r>
          </a:p>
          <a:p>
            <a:r>
              <a:t>신스 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기반 데이터 분석</a:t>
            </a:r>
          </a:p>
          <a:p>
            <a:r>
              <a:t>비즈니스 지표 해석</a:t>
            </a:r>
          </a:p>
          <a:p>
            <a:r>
              <a:t>시각화 및 인사이트 도출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SQL과 Python을 활용해</a:t>
            </a:r>
          </a:p>
          <a:p>
            <a:r>
              <a:t>데이터를 비즈니스 의사결정으로 연결하는 데이터분석가</a:t>
            </a:r>
          </a:p>
          <a:p>
            <a:endParaRPr/>
          </a:p>
          <a:p>
            <a:r>
              <a:t>- 데이터 분석 부트캠프 수강 중</a:t>
            </a:r>
          </a:p>
          <a:p>
            <a:r>
              <a:t>- 이커머스·금융·운영 데이터 분석 프로젝트 수행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프로젝트</a:t>
            </a:r>
            <a:r>
              <a:rPr dirty="0"/>
              <a:t> ① </a:t>
            </a:r>
            <a:r>
              <a:rPr dirty="0" err="1"/>
              <a:t>카드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군집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053" y="1783458"/>
            <a:ext cx="5214347" cy="2131079"/>
          </a:xfrm>
        </p:spPr>
        <p:txBody>
          <a:bodyPr>
            <a:normAutofit fontScale="62500" lnSpcReduction="20000"/>
          </a:bodyPr>
          <a:lstStyle/>
          <a:p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소비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분류</a:t>
            </a:r>
            <a:endParaRPr dirty="0"/>
          </a:p>
          <a:p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 </a:t>
            </a:r>
            <a:r>
              <a:rPr lang="ko-KR" altLang="en-US" dirty="0"/>
              <a:t>시각화</a:t>
            </a:r>
            <a:r>
              <a:rPr lang="en-US" altLang="ko-KR" dirty="0"/>
              <a:t>,</a:t>
            </a:r>
            <a:r>
              <a:rPr lang="ko-KR" altLang="en-US" dirty="0"/>
              <a:t>군집분석</a:t>
            </a:r>
            <a:endParaRPr dirty="0"/>
          </a:p>
          <a:p>
            <a:r>
              <a:rPr dirty="0" err="1"/>
              <a:t>결과</a:t>
            </a:r>
            <a:r>
              <a:rPr dirty="0"/>
              <a:t>: </a:t>
            </a:r>
            <a:r>
              <a:rPr lang="ko-KR" altLang="en-US" dirty="0"/>
              <a:t>문제 정의</a:t>
            </a:r>
            <a:r>
              <a:rPr lang="en-US" altLang="ko-KR" dirty="0"/>
              <a:t>: </a:t>
            </a:r>
            <a:r>
              <a:rPr lang="ko-KR" altLang="en-US" dirty="0"/>
              <a:t>카드 매출 데이터를 기반으로 소비 패턴 차이를 파악</a:t>
            </a:r>
          </a:p>
          <a:p>
            <a:r>
              <a:rPr lang="ko-KR" altLang="en-US" dirty="0"/>
              <a:t>분석 방법</a:t>
            </a:r>
            <a:r>
              <a:rPr lang="en-US" altLang="ko-KR" dirty="0"/>
              <a:t>: </a:t>
            </a:r>
            <a:r>
              <a:rPr lang="ko-KR" altLang="en-US" dirty="0"/>
              <a:t>소비 금액 기준 군집 분석</a:t>
            </a:r>
          </a:p>
          <a:p>
            <a:r>
              <a:rPr lang="ko-KR" altLang="en-US" dirty="0"/>
              <a:t>결과</a:t>
            </a:r>
            <a:r>
              <a:rPr lang="en-US" altLang="ko-KR" dirty="0"/>
              <a:t>: </a:t>
            </a:r>
            <a:r>
              <a:rPr lang="ko-KR" altLang="en-US" dirty="0"/>
              <a:t>소비 성향에 따라 고객 유형이 명확히 구분됨</a:t>
            </a:r>
          </a:p>
          <a:p>
            <a:r>
              <a:rPr lang="ko-KR" altLang="en-US" dirty="0" err="1"/>
              <a:t>인사이트</a:t>
            </a:r>
            <a:r>
              <a:rPr lang="en-US" altLang="ko-KR" dirty="0"/>
              <a:t>: </a:t>
            </a:r>
            <a:r>
              <a:rPr lang="ko-KR" altLang="en-US" dirty="0"/>
              <a:t>고객 유형별 타겟 마케팅 전략 수립 가능</a:t>
            </a:r>
            <a:endParaRPr dirty="0"/>
          </a:p>
          <a:p>
            <a:r>
              <a:rPr dirty="0" err="1"/>
              <a:t>인사이트</a:t>
            </a:r>
            <a:r>
              <a:rPr dirty="0"/>
              <a:t>: 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마케팅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06" y="3914537"/>
            <a:ext cx="4292390" cy="24623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830" y="2614454"/>
            <a:ext cx="3135763" cy="3762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974" y="129543"/>
            <a:ext cx="7055380" cy="1400530"/>
          </a:xfrm>
        </p:spPr>
        <p:txBody>
          <a:bodyPr>
            <a:normAutofit/>
          </a:bodyPr>
          <a:lstStyle/>
          <a:p>
            <a:r>
              <a:rPr dirty="0" err="1"/>
              <a:t>프로젝트</a:t>
            </a:r>
            <a:r>
              <a:rPr dirty="0"/>
              <a:t> ② SQL </a:t>
            </a:r>
            <a:r>
              <a:rPr dirty="0" err="1"/>
              <a:t>인사·급여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52" y="1629731"/>
            <a:ext cx="6711654" cy="4195481"/>
          </a:xfrm>
        </p:spPr>
        <p:txBody>
          <a:bodyPr/>
          <a:lstStyle/>
          <a:p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: </a:t>
            </a:r>
            <a:r>
              <a:rPr dirty="0" err="1"/>
              <a:t>부서별</a:t>
            </a:r>
            <a:r>
              <a:rPr dirty="0"/>
              <a:t> </a:t>
            </a:r>
            <a:r>
              <a:rPr dirty="0" err="1"/>
              <a:t>급여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파악</a:t>
            </a:r>
            <a:r>
              <a:rPr lang="en-US" dirty="0"/>
              <a:t>,</a:t>
            </a:r>
            <a:r>
              <a:rPr lang="ko-KR" altLang="en-US" dirty="0"/>
              <a:t> 단순 집계가 아닌</a:t>
            </a:r>
            <a:r>
              <a:rPr lang="en-US" altLang="ko-KR" dirty="0"/>
              <a:t>, </a:t>
            </a:r>
            <a:r>
              <a:rPr lang="ko-KR" altLang="en-US" dirty="0"/>
              <a:t>인원 대비 급여 구조를 비교</a:t>
            </a:r>
            <a:endParaRPr dirty="0"/>
          </a:p>
          <a:p>
            <a:r>
              <a:rPr dirty="0" err="1"/>
              <a:t>분석</a:t>
            </a:r>
            <a:r>
              <a:rPr dirty="0"/>
              <a:t>: JOIN, GROUP BY</a:t>
            </a:r>
          </a:p>
          <a:p>
            <a:r>
              <a:rPr dirty="0" err="1"/>
              <a:t>결과</a:t>
            </a:r>
            <a:r>
              <a:rPr dirty="0"/>
              <a:t>: </a:t>
            </a:r>
            <a:r>
              <a:rPr dirty="0" err="1"/>
              <a:t>부서별</a:t>
            </a:r>
            <a:r>
              <a:rPr dirty="0"/>
              <a:t> </a:t>
            </a:r>
            <a:r>
              <a:rPr dirty="0" err="1"/>
              <a:t>급여</a:t>
            </a:r>
            <a:r>
              <a:rPr dirty="0"/>
              <a:t> </a:t>
            </a:r>
            <a:r>
              <a:rPr dirty="0" err="1"/>
              <a:t>분포</a:t>
            </a:r>
            <a:r>
              <a:rPr dirty="0"/>
              <a:t> </a:t>
            </a:r>
            <a:r>
              <a:rPr dirty="0" err="1"/>
              <a:t>차이</a:t>
            </a:r>
            <a:r>
              <a:rPr dirty="0"/>
              <a:t> </a:t>
            </a:r>
            <a:r>
              <a:rPr dirty="0" err="1"/>
              <a:t>확인</a:t>
            </a:r>
            <a:endParaRPr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56" y="3367520"/>
            <a:ext cx="7292070" cy="3337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프로젝트 ③ 시각화 &amp;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지도 시각화</a:t>
            </a:r>
          </a:p>
          <a:p>
            <a:r>
              <a:t>Streamlit 대시보드 구현</a:t>
            </a:r>
          </a:p>
          <a:p>
            <a:r>
              <a:t>실무 활용 가능한 결과물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684" y="1488734"/>
            <a:ext cx="3966220" cy="5072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</a:t>
            </a:r>
          </a:p>
          <a:p>
            <a:r>
              <a:t>SQL</a:t>
            </a:r>
          </a:p>
          <a:p>
            <a:r>
              <a:t>Matplotlib, Seaborn, Folium</a:t>
            </a:r>
          </a:p>
          <a:p>
            <a:r>
              <a:t>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지표로</a:t>
            </a:r>
            <a:r>
              <a:rPr dirty="0"/>
              <a:t> </a:t>
            </a:r>
            <a:r>
              <a:rPr dirty="0" err="1"/>
              <a:t>정의하는</a:t>
            </a:r>
            <a:r>
              <a:rPr dirty="0"/>
              <a:t> </a:t>
            </a:r>
            <a:r>
              <a:rPr dirty="0" err="1"/>
              <a:t>분석가</a:t>
            </a:r>
            <a:endParaRPr dirty="0"/>
          </a:p>
          <a:p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시각화로</a:t>
            </a:r>
            <a:r>
              <a:rPr dirty="0"/>
              <a:t> </a:t>
            </a:r>
            <a:r>
              <a:rPr dirty="0" err="1"/>
              <a:t>설명</a:t>
            </a:r>
            <a:endParaRPr dirty="0"/>
          </a:p>
          <a:p>
            <a:r>
              <a:rPr dirty="0" err="1"/>
              <a:t>실무</a:t>
            </a:r>
            <a:r>
              <a:rPr dirty="0"/>
              <a:t>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분석</a:t>
            </a:r>
            <a:endParaRPr lang="en-US" dirty="0"/>
          </a:p>
          <a:p>
            <a:r>
              <a:rPr lang="ko-KR" altLang="en-US" dirty="0"/>
              <a:t>본 프로젝트를 통해 실제 서비스 환경에서는</a:t>
            </a:r>
          </a:p>
          <a:p>
            <a:r>
              <a:rPr lang="ko-KR" altLang="en-US" dirty="0"/>
              <a:t>분석 결과를 실험이나 운영 정책으로 연결하는 과정이 중요하다는 점을 느꼈고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인턴십을 통해 이 부분을 실무에서 더 배우고 싶습니다</a:t>
            </a:r>
            <a:r>
              <a:rPr lang="en-US" altLang="ko-KR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208</Words>
  <Application>Microsoft Office PowerPoint</Application>
  <PresentationFormat>화면 슬라이드 쇼(4:3)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이온</vt:lpstr>
      <vt:lpstr>데이터 분석 포트폴리오 신스 킴</vt:lpstr>
      <vt:lpstr>Profile</vt:lpstr>
      <vt:lpstr>프로젝트 ① 카드 매출 군집 분석</vt:lpstr>
      <vt:lpstr>프로젝트 ② SQL 인사·급여 분석</vt:lpstr>
      <vt:lpstr>프로젝트 ③ 시각화 &amp; 대시보드</vt:lpstr>
      <vt:lpstr>기술 스택</vt:lpstr>
      <vt:lpstr>마무리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 포트폴리오 신스 킴</dc:title>
  <dc:subject/>
  <dc:creator>Sj606-14</dc:creator>
  <cp:keywords/>
  <dc:description>generated using python-pptx</dc:description>
  <cp:lastModifiedBy>SHIN</cp:lastModifiedBy>
  <cp:revision>5</cp:revision>
  <dcterms:created xsi:type="dcterms:W3CDTF">2013-01-27T09:14:16Z</dcterms:created>
  <dcterms:modified xsi:type="dcterms:W3CDTF">2025-12-27T07:30:03Z</dcterms:modified>
  <cp:category/>
</cp:coreProperties>
</file>